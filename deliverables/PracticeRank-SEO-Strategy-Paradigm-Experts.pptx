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Semrush organic research,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0312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Deep competitive &amp; keyword-gap analysis vs your top local rival (Semrush)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800">
                <a:solidFill>
                  <a:srgbClr val="4ADE80"/>
                </a:solidFill>
              </a:rPr>
              <a:t>—  </a:t>
            </a:r>
            <a:r>
              <a:rPr sz="1800">
                <a:solidFill>
                  <a:srgbClr val="FFFFFF"/>
                </a:solidFill>
                <a:latin typeface="Calibri"/>
              </a:rPr>
              <a:t>Google Business Profile access secured — category, services &amp; service-area optimization underway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Local citations + NAP consistency across the directories that matter (industry + general)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Local press, community sponsorships &amp; events for authoritative local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Steady cadence of high-authority links each month — no spam, no risky tactics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Target transactional searches like "sell gold in Springfield VA", "estate jewelry buyer near me", "where to sell silver Northern Virginia"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Expand &amp; refresh your landing pages as we find new demand (Springfield · Arlington · McLean · Fairfax · Alexandria · Lorton · DC)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2–4 new posts per month on high-intent topics, refreshed so they stay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600">
                <a:solidFill>
                  <a:srgbClr val="4ADE80"/>
                </a:solidFill>
              </a:rPr>
              <a:t>—  </a:t>
            </a:r>
            <a:r>
              <a:rPr sz="16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