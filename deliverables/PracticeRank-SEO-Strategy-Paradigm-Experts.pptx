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PROOF OF MOMENTUM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PracticeRank Score — Already Climbing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Your PracticeRank Score (0–100) is the one number we track and guarantee — your visibility across Google, Maps, reviews &amp; AI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2834640" cy="17830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AA6B4"/>
                </a:solidFill>
                <a:latin typeface="Calibri"/>
              </a:rPr>
              <a:t>WHERE YOU STARTED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May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88920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3611880"/>
            <a:ext cx="1188720" cy="45720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630168"/>
            <a:ext cx="1188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4210F"/>
                </a:solidFill>
                <a:latin typeface="Calibri"/>
              </a:rPr>
              <a:t>+14 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468880"/>
            <a:ext cx="2834640" cy="1783080"/>
          </a:xfrm>
          <a:prstGeom prst="roundRect">
            <a:avLst/>
          </a:prstGeom>
          <a:solidFill>
            <a:srgbClr val="121822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ADE80"/>
                </a:solidFill>
                <a:latin typeface="Calibri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Jun 19  ·  and climbing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468880"/>
            <a:ext cx="3291840" cy="178308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6517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Already 14 of the 20-point lift your guarantee is built on — in just a few weeks.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WHAT MOVED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Technical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79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0 → 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Foundation built: schema, llms.txt &amp; HTTPS-canonical fixes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484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Content Velocity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30 → 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Service &amp; location landing pages + fresh content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Google Reviews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64 → 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+31 real new reviews, holding a strong 4.8★ rating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92719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Goal: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YOUR OPTIONS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Three Ways to Grow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3474720" cy="3886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Optimize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The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$1,500/mo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$1,250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Keep your current site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Local SEO + AI-search foundation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100 citations + Google Business Profile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2 content + 1 backlink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Review funnel + monthly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011680"/>
            <a:ext cx="3474720" cy="38862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49240" y="1847088"/>
            <a:ext cx="1554480" cy="3657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0" y="1856231"/>
            <a:ext cx="1554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4210F"/>
                </a:solidFill>
                <a:latin typeface="Calibri"/>
              </a:rPr>
              <a:t>MOST POPULAR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Grow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The Growth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$2,500/mo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$2,000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Everything in Optimize, plus: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Migrated, fast managed site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4 content + 2 backlinks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Location pages + keyword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2011680"/>
            <a:ext cx="3474720" cy="3886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Dominate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Market Domination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$3,500/mo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$2,500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Everything in Grow, plus: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Pro website redesign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6–8 content + 4 backlinks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Advanced AI/entity building + 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05332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Founding Client rate — your first-customer pricing.  ·  Onboarding waived  ·  Website refactor billed at our exact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