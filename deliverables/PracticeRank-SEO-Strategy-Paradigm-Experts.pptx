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g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77240"/>
            <a:ext cx="12191695" cy="8124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rank-logo-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competitive organic-search analysis,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Deep competitive &amp; keyword-gap analysis vs your top local rival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pic>
        <p:nvPicPr>
          <p:cNvPr id="13" name="Picture 12" descr="con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03120"/>
            <a:ext cx="3749039" cy="2496312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960" y="56235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PROOF OF MOMENTUM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PracticeRank Score — Already Climbing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Your PracticeRank Score (0–100) is the one number we track and guarantee — your visibility across Google, Maps, reviews &amp; AI search.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43200"/>
            <a:ext cx="3017520" cy="20574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94436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9AA6B4"/>
                </a:solidFill>
                <a:latin typeface="Calibri"/>
              </a:rPr>
              <a:t>WHERE YOU STARTED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0" b="1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E6A79"/>
                </a:solidFill>
                <a:latin typeface="Calibri"/>
              </a:rPr>
              <a:t>May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46120"/>
            <a:ext cx="1371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0">
                <a:solidFill>
                  <a:srgbClr val="4ADE80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4160520"/>
            <a:ext cx="1280160" cy="50292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4178808"/>
            <a:ext cx="1280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4210F"/>
                </a:solidFill>
                <a:latin typeface="Calibri"/>
              </a:rPr>
              <a:t>+14 pts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9240" y="2743200"/>
            <a:ext cx="3017520" cy="2057400"/>
          </a:xfrm>
          <a:prstGeom prst="roundRect">
            <a:avLst/>
          </a:prstGeom>
          <a:solidFill>
            <a:srgbClr val="121822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294436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200400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0" b="1">
                <a:solidFill>
                  <a:srgbClr val="4ADE80"/>
                </a:solidFill>
                <a:latin typeface="Calibri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440740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E6A79"/>
                </a:solidFill>
                <a:latin typeface="Calibri"/>
              </a:rPr>
              <a:t>Jun 19  ·  and climbing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78240" y="2743200"/>
            <a:ext cx="2743200" cy="205740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2971800"/>
            <a:ext cx="233172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DCE2E8"/>
                </a:solidFill>
                <a:latin typeface="Calibri"/>
              </a:rPr>
              <a:t>That's already 14 of the 20-point lift your guarantee is built on — in just a few weeks.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120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Now pointed at your real Google search data and a backlink program — so the climb keeps compounding.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citations + NAP consistency across the directories that matter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press, community sponsorships &amp; events for authoritative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Steady cadence of high-authority links each month — no spam</a:t>
            </a:r>
          </a:p>
        </p:txBody>
      </p:sp>
      <p:pic>
        <p:nvPicPr>
          <p:cNvPr id="14" name="Picture 13" descr="storefro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Target real transactional searches from your Google data, like "sell gold in Springfield VA", "estate jewelry buyer near me"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Expand &amp; refresh landing pages as we find new demand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2–4 new posts per month on high-intent topics, refreshed to keep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  <p:pic>
        <p:nvPicPr>
          <p:cNvPr id="14" name="Picture 13" descr="jewel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Projected Organic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303520"/>
            <a:ext cx="9875519" cy="18288"/>
          </a:xfrm>
          <a:prstGeom prst="rect">
            <a:avLst/>
          </a:prstGeom>
          <a:solidFill>
            <a:srgbClr val="232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895055"/>
            <a:ext cx="9784080" cy="228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492719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Goal: 520+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696772"/>
            <a:ext cx="1225295" cy="606747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2724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5184" y="4395714"/>
            <a:ext cx="1225295" cy="907805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3" y="4011666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2303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4094656"/>
            <a:ext cx="1225295" cy="1208863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3710608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3793598"/>
            <a:ext cx="1225295" cy="1509921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1" y="3409550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5" y="3497171"/>
            <a:ext cx="1225295" cy="1806348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5" y="3113123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196113"/>
            <a:ext cx="1225295" cy="2107406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812065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47504" y="2895055"/>
            <a:ext cx="1225295" cy="240846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2511007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A79"/>
                </a:solidFill>
                <a:latin typeface="Calibri"/>
              </a:rPr>
              <a:t>Illustrative trajectory toward the 500+ monthly-visit goal as on-page, local, and authority work compound — not a guarantee. Backed by our 90-day score-improvement guarantee.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