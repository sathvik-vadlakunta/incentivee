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SEO &amp; AI-Search
Growth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886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9AA6B4"/>
                </a:solidFill>
                <a:latin typeface="Calibri"/>
              </a:rPr>
              <a:t>Prepared for </a:t>
            </a:r>
          </a:p>
          <a:p>
            <a:pPr algn="l">
              <a:lnSpc>
                <a:spcPct val="100000"/>
              </a:lnSpc>
            </a:pPr>
            <a:r>
              <a:rPr sz="2200" b="1">
                <a:solidFill>
                  <a:srgbClr val="4ADE80"/>
                </a:solidFill>
                <a:latin typeface="Calibri"/>
              </a:rPr>
              <a:t>Paradigm Experts</a:t>
            </a:r>
          </a:p>
          <a:p>
            <a:pPr algn="l">
              <a:lnSpc>
                <a:spcPct val="100000"/>
              </a:lnSpc>
            </a:pPr>
            <a:r>
              <a:rPr sz="2200" b="0">
                <a:solidFill>
                  <a:srgbClr val="9AA6B4"/>
                </a:solidFill>
                <a:latin typeface="Calibri"/>
              </a:rPr>
              <a:t>   ·   Springfield, Virginia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Gold, Silver &amp; Estate Jewelry Buyer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  ·  practicerank.ai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WHO YOU'RE WORKING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Meet Your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Dan Toone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Client Relations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Your dedicated day-to-day point of contact. Dan keeps you informed, coordinates approvals, and makes sure every deliverable ships on time — so you always know exactly what's happening and what's next.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Kody Doherty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Chief Technology Officer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Leads the technical SEO, automation, and AI-search engineering behind your growth — the systems that get you found across Google, Maps, and AI assistants.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How Customers Find You Has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People don't just “Google it” anymore. They search Google, tap the Maps 3-pack, and increasingly ask AI assistants for a recommendation. Winning today means showing up in all of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Organic rankings for the searches that bring you customers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&amp; Apple Maps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The local 3-pack — where most “near me” clicks 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AI Assistants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ChatGPT, Gemini, Perplexity &amp; Google AI recommending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OUR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A Well-Rounded Approach — Every Signal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Technical SEO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On-Page SEO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Schema /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39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Local SEO &amp; Google 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Content &amp; Authority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AI-Search (AEO)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Reviews &amp; Reputation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39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39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Conversion &amp; 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We don't do one thing well — we cover every signal Google and AI engines use to find, trust, and recommend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PROBLEMS WE SOLVE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Invisible in “near me” searches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Local SEO + Google Business Profile + city/neighborhood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Site doesn't tell Google what you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Keyword-rich service pages + complete schema markup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Not showing up in AI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llms.txt, structured data &amp; AI-readable content (AEO)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Thin or off-target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Buyer-intent content + a focused blog strategy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Low domain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 few HIGH-value local backlinks + citation cleanup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Few or aging reviews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Automated review engine + reputation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Where Paradigm Experts Stands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You're being out-ranked by Alexandria Gold &amp; Silver — but the gap is closeable, and we've mapped exactly 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607040" cy="50292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5176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2651760"/>
            <a:ext cx="1463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Gap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1868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Monthly organic visits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1,281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9" y="321868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9.8x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67328"/>
            <a:ext cx="10607040" cy="658368"/>
          </a:xfrm>
          <a:prstGeom prst="roundRect">
            <a:avLst/>
          </a:prstGeom>
          <a:solidFill>
            <a:srgbClr val="08080D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3877056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“Near me” keywords (top 10)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3877056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24x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425696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4535424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Top-10 ranking 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4535424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4.9x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Source: Semrush organic research,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Domain Authority vs. The Competition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CASH FOR GOLD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2112264"/>
            <a:ext cx="5212080" cy="384048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0" y="2112264"/>
            <a:ext cx="4690872" cy="384048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55480" y="205740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AA6B4"/>
                </a:solidFill>
                <a:latin typeface="Calibri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770632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825496"/>
            <a:ext cx="5212080" cy="384048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80" y="2825496"/>
            <a:ext cx="3648456" cy="38404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13063" y="2770632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ADE80"/>
                </a:solidFill>
                <a:latin typeface="Calibri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83864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3538728"/>
            <a:ext cx="5212080" cy="384048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54880" y="3538728"/>
            <a:ext cx="2866644" cy="384048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31252" y="3483864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AA6B4"/>
                </a:solidFill>
                <a:latin typeface="Calibri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97096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Cash for Gold NOVA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4251959"/>
            <a:ext cx="5212080" cy="384048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0" y="4251959"/>
            <a:ext cx="2606040" cy="384048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70648" y="4197096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AA6B4"/>
                </a:solidFill>
                <a:latin typeface="Calibr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You already out-rank Alexandria on Domain Authority (14 vs 11) — yet they pull ~10x your traffic. That proves the gap is on-page &amp; local, not authority. We close that gap AND push your DA past the market leader to lock in the lead.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6B4"/>
                </a:solidFill>
                <a:latin typeface="Calibri"/>
              </a:rPr>
              <a:t>Domain Authority — Moz,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01168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HOW WE GROW 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2423160"/>
            <a:ext cx="3291840" cy="45720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2450592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Calibri"/>
              </a:rPr>
              <a:t>High-value local links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0" y="2990088"/>
            <a:ext cx="3291840" cy="45720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301752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Calibri"/>
              </a:rPr>
              <a:t>Citation building + cleanup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3557015"/>
            <a:ext cx="3291840" cy="45720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0" y="358444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Calibri"/>
              </a:rPr>
              <a:t>Local press &amp; sponsorships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0" y="4123944"/>
            <a:ext cx="3291840" cy="45720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4151376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Calibri"/>
              </a:rPr>
              <a:t>Partner / supplier links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We've Done So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0312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Deep competitive &amp; keyword-gap analysis vs your top local rival (Semrush)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Full SEO / AI-search audit + a phased action plan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Technical foundation: schema markup, llms.txt / llms-full.txt, HTTPS-canonical fixes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Google Business Profile access secured — category, services &amp; service-area optimization underway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Foundation set — now we scale visibility, authority, and content.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Building Authority — High-Value Backlinks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Quality over volume: a few strong, locally-relevant links that lift rankings AND AI recommendations.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Local citations + NAP consistency across the directories that matter (industry + general)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Local press, community sponsorships &amp; events for authoritative local mentions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Partner, supplier &amp; association links relevant to your business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“Best in {city}” roundups and local guides that AI assistants cite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Steady cadence of high-authority links each month — no spam, no risky tactics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Content &amp; Blog — Capture Ready-to-Buy Searches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Shift from curiosity content to buyer-intent content that brings customers through the door.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Target transactional searches like "sell gold in Springfield VA", "estate jewelry buyer near me", "where to sell silver Northern Virginia"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City &amp; service landing pages for every area you serve (Springfield · Arlington · McLean · Fairfax · Alexandria · Lorton · DC)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2–4 new posts per month on high-intent topics, refreshed so they stay ranking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FAQ content structured for Google snippets and AI answers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90-Day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Technical foundation, Google Business Profile, homepage rebuild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City / service landing pages, first authority links, content cadence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59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push, review growth, measure &amp; 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292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Target:  </a:t>
            </a:r>
          </a:p>
          <a:p>
            <a:pPr algn="l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500+ monthly organic visits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OUR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90-Day Results-or-Refund Guarantee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If your PracticeRank Score doesn't improve by 20+ points in 90 days, we refund your monthly fees — and you keep everything we built. Month-to-month. No long-term contracts.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Let's grow your visibility.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Found everywhere your customers search — Google, Maps, and 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Dan Toone</a:t>
            </a:r>
          </a:p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  ·  Client Relations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Kody Doherty</a:t>
            </a:r>
          </a:p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  ·  Chief Technology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practicerank.ai  ·  kdoherty@practicerank.ai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