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Semrush organic research,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 (Semrush)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52929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