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PROOF OF MOMENTUM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PracticeRank Score — Already Climbing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Your PracticeRank Score (0–100) is the one number we track and guarantee — your visibility across Google, Maps, reviews &amp; AI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2834640" cy="17830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9AA6B4"/>
                </a:solidFill>
                <a:latin typeface="Calibri"/>
              </a:rPr>
              <a:t>WHERE YOU STARTED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Calibri"/>
              </a:rP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May 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788920"/>
            <a:ext cx="1188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0">
                <a:solidFill>
                  <a:srgbClr val="4ADE80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3611880"/>
            <a:ext cx="1188720" cy="45720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630168"/>
            <a:ext cx="1188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4210F"/>
                </a:solidFill>
                <a:latin typeface="Calibri"/>
              </a:rPr>
              <a:t>+14 pts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468880"/>
            <a:ext cx="2834640" cy="1783080"/>
          </a:xfrm>
          <a:prstGeom prst="roundRect">
            <a:avLst/>
          </a:prstGeom>
          <a:solidFill>
            <a:srgbClr val="121822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6334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TODAY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90779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ADE80"/>
                </a:solidFill>
                <a:latin typeface="Calibri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93192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9"/>
                </a:solidFill>
                <a:latin typeface="Calibri"/>
              </a:rPr>
              <a:t>Jun 19  ·  and climbing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468880"/>
            <a:ext cx="3291840" cy="178308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6517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Already 14 of the 20-point lift your guarantee is built on — in just a few weeks.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WHAT MOVED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Technical 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79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0 → 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Foundation built: schema, llms.txt &amp; HTTPS-canonical fixes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484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Content Velocity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30 → 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Service &amp; location landing pages + fresh content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4892040"/>
            <a:ext cx="338328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50292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Reputation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5029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56 → 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5440680"/>
            <a:ext cx="2971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9AA6B4"/>
                </a:solidFill>
                <a:latin typeface="Calibri"/>
              </a:rPr>
              <a:t>A stronger, more active review profile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2492719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Goal: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